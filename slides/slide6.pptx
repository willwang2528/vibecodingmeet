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113856cfc34865" /><Relationship Type="http://schemas.openxmlformats.org/officeDocument/2006/relationships/extended-properties" Target="/docProps/app.xml" Id="R963cb7ab8d014d83" /><Relationship Type="http://schemas.openxmlformats.org/officeDocument/2006/relationships/officeDocument" Target="/ppt/presentation.xml" Id="R161a1677e82d40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1cad80e0ef46af"/>
  </p:sldMasterIdLst>
  <p:notesMasterIdLst>
    <p:notesMasterId xmlns:r="http://schemas.openxmlformats.org/officeDocument/2006/relationships" r:id="R78fd737642cf4e08"/>
  </p:notesMasterIdLst>
  <p:sldIdLst>
    <p:sldId xmlns:r="http://schemas.openxmlformats.org/officeDocument/2006/relationships" id="256" r:id="Rdca521e2d3994d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f829e904994f80" /><Relationship Type="http://schemas.openxmlformats.org/officeDocument/2006/relationships/slideMaster" Target="/ppt/slideMasters/slideMaster1.xml" Id="Re71cad80e0ef46af" /><Relationship Type="http://schemas.openxmlformats.org/officeDocument/2006/relationships/notesMaster" Target="/ppt/notesMasters/notesMaster1.xml" Id="R78fd737642cf4e08" /><Relationship Type="http://schemas.openxmlformats.org/officeDocument/2006/relationships/presProps" Target="/ppt/presProps.xml" Id="Rbeb0d474cf50426d" /><Relationship Type="http://schemas.openxmlformats.org/officeDocument/2006/relationships/tableStyles" Target="/ppt/tableStyles.xml" Id="R87737e38133a4152" /><Relationship Type="http://schemas.openxmlformats.org/officeDocument/2006/relationships/slide" Target="/ppt/slides/slide1.xml" Id="Rdca521e2d3994d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25a8f18f47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569f9bddee4122" /><Relationship Type="http://schemas.openxmlformats.org/officeDocument/2006/relationships/notesMaster" Target="/ppt/notesMasters/notesMaster1.xml" Id="Rd70b334608c6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b157b5d724f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864d6aadc41bc" /><Relationship Type="http://schemas.openxmlformats.org/officeDocument/2006/relationships/slideLayout" Target="/ppt/slideLayouts/slideLayout1.xml" Id="R766f6c2ec9ec42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6f6c2ec9ec42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b6e4c8b884ca0" /><Relationship Type="http://schemas.openxmlformats.org/officeDocument/2006/relationships/image" Target="/ppt/media/image.png" Id="Rb2b4d07031d44a55" /><Relationship Type="http://schemas.openxmlformats.org/officeDocument/2006/relationships/image" Target="/ppt/media/image2.png" Id="R1a71e4b14dbe43d2" /><Relationship Type="http://schemas.openxmlformats.org/officeDocument/2006/relationships/notesSlide" Target="/ppt/notesSlides/notesSlide1.xml" Id="R02f1ce3b02ac4f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0CE08-D6DE-4F2D-8CC5-4D87806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my work2: Agent可观测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4d07031d44a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352550"/>
            <a:ext cx="5543550" cy="36957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1e4b14dbe43d2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1638300"/>
            <a:ext cx="5553075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4EF4B-0548-40B7-ACD3-A350A0E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67175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6503C-98E4-4834-8CE9-E5809C9E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Fig. 3. ArkAI Leto Agent 可观测架构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F6D0-AF6C-466E-85A8-F7259EE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810250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Fig. 4. Trace 链路与 LLM Span 详情</a:t>
            </a:r>
          </a:p>
        </p:txBody>
      </p:sp>
    </p:spTree>
    <p:extLst>
      <p:ext uri="{BB962C8B-B14F-4D97-AF65-F5344CB8AC3E}">
        <p14:creationId xmlns:p14="http://schemas.microsoft.com/office/powerpoint/2010/main" val="438358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2026-09-13T08:24:18.8580000Z</dcterms:created>
  <dcterms:modified xsi:type="dcterms:W3CDTF">2026-09-13T08:24:18.8580000Z</dcterms:modified>
</coreProperties>
</file>