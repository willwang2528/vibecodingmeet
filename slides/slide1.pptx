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729f9029414d25" /><Relationship Type="http://schemas.openxmlformats.org/officeDocument/2006/relationships/extended-properties" Target="/docProps/app.xml" Id="Rbb8e0838ef4e4b13" /><Relationship Type="http://schemas.openxmlformats.org/officeDocument/2006/relationships/officeDocument" Target="/ppt/presentation.xml" Id="R0de601458d6944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7c70a2823941fb"/>
  </p:sldMasterIdLst>
  <p:notesMasterIdLst>
    <p:notesMasterId xmlns:r="http://schemas.openxmlformats.org/officeDocument/2006/relationships" r:id="Rf21a80eec52e4487"/>
  </p:notesMasterIdLst>
  <p:sldIdLst>
    <p:sldId xmlns:r="http://schemas.openxmlformats.org/officeDocument/2006/relationships" id="256" r:id="Ra0752c4d758a4f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298e4d204a43ea" /><Relationship Type="http://schemas.openxmlformats.org/officeDocument/2006/relationships/slideMaster" Target="/ppt/slideMasters/slideMaster1.xml" Id="Rb87c70a2823941fb" /><Relationship Type="http://schemas.openxmlformats.org/officeDocument/2006/relationships/notesMaster" Target="/ppt/notesMasters/notesMaster1.xml" Id="Rf21a80eec52e4487" /><Relationship Type="http://schemas.openxmlformats.org/officeDocument/2006/relationships/presProps" Target="/ppt/presProps.xml" Id="R2fc58f831ea24b82" /><Relationship Type="http://schemas.openxmlformats.org/officeDocument/2006/relationships/tableStyles" Target="/ppt/tableStyles.xml" Id="Rfa0bb6f2ba4c47c0" /><Relationship Type="http://schemas.openxmlformats.org/officeDocument/2006/relationships/slide" Target="/ppt/slides/slide1.xml" Id="Ra0752c4d758a4f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9ae616250d4b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56d5efe14a4f21" /><Relationship Type="http://schemas.openxmlformats.org/officeDocument/2006/relationships/notesMaster" Target="/ppt/notesMasters/notesMaster1.xml" Id="R573a82d53fbb49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内容依据用户提供的手稿与逐条确认文案。头像来自用户提供的图片，并按用户要求仅调整为自然微笑后用于本页。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37301d459841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81b33876aa463c" /><Relationship Type="http://schemas.openxmlformats.org/officeDocument/2006/relationships/slideLayout" Target="/ppt/slideLayouts/slideLayout1.xml" Id="R525ffb73e0e84e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5ffb73e0e84e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3c57c788443ba" /><Relationship Type="http://schemas.openxmlformats.org/officeDocument/2006/relationships/image" Target="/ppt/media/image.png" Id="R60c27f56a03b4b05" /><Relationship Type="http://schemas.openxmlformats.org/officeDocument/2006/relationships/notesSlide" Target="/ppt/notesSlides/notesSlide1.xml" Id="Rb298244cf38343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c27f56a03b4b05"/>
          <a:srcRect xmlns:a="http://schemas.openxmlformats.org/drawingml/2006/main" l="0" t="628" r="0" b="6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400050"/>
            <a:ext cx="2686050" cy="3429000"/>
          </a:xfrm>
          <a:prstGeom xmlns:a="http://schemas.openxmlformats.org/drawingml/2006/main" prst="roundRect">
            <a:avLst>
              <a:gd name="adj" fmla="val 7092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227936-EA8E-4678-818C-22C9D470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686050" cy="3429000"/>
          </a:xfrm>
          <a:prstGeom xmlns:a="http://schemas.openxmlformats.org/drawingml/2006/main" prst="roundRect">
            <a:avLst>
              <a:gd name="adj" fmla="val 7092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FD9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212726-ECDD-43E7-9E26-452B1DF6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386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182632"/>
                </a:solidFill>
                <a:latin typeface="Kaiti SC"/>
                <a:ea typeface="Kaiti SC"/>
                <a:cs typeface="Kaiti SC"/>
              </a:defRPr>
            </a:pPr>
            <a:r>
              <a:rPr b="1">
                <a:solidFill>
                  <a:srgbClr val="182632"/>
                </a:solidFill>
                <a:latin typeface="Kaiti SC"/>
                <a:ea typeface="Kaiti SC"/>
                <a:cs typeface="Kaiti SC"/>
              </a:rPr>
              <a:t>核心竞争力：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17AB29-07F7-4D24-B43B-49CCC31E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2F607F"/>
                </a:solidFill>
                <a:latin typeface="Kaiti SC"/>
                <a:ea typeface="Kaiti SC"/>
                <a:cs typeface="Kaiti SC"/>
              </a:defRPr>
            </a:pPr>
            <a:r>
              <a:rPr b="0">
                <a:solidFill>
                  <a:srgbClr val="2F607F"/>
                </a:solidFill>
                <a:latin typeface="Kaiti SC"/>
                <a:ea typeface="Kaiti SC"/>
                <a:cs typeface="Kaiti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B23373-B78C-4F39-B4C7-1A079950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2362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182632"/>
                </a:solidFill>
                <a:latin typeface="Kaiti SC"/>
                <a:ea typeface="Kaiti SC"/>
                <a:cs typeface="Kaiti SC"/>
              </a:defRPr>
            </a:pPr>
            <a:r>
              <a:rPr b="0">
                <a:solidFill>
                  <a:srgbClr val="182632"/>
                </a:solidFill>
                <a:latin typeface="Kaiti SC"/>
                <a:ea typeface="Kaiti SC"/>
                <a:cs typeface="Kaiti SC"/>
              </a:rPr>
              <a:t>自驱力、好奇心、抗压能力强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BDA7ED-E947-4E31-8D1F-025F4E27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2F607F"/>
                </a:solidFill>
                <a:latin typeface="Kaiti SC"/>
                <a:ea typeface="Kaiti SC"/>
                <a:cs typeface="Kaiti SC"/>
              </a:defRPr>
            </a:pPr>
            <a:r>
              <a:rPr b="0">
                <a:solidFill>
                  <a:srgbClr val="2F607F"/>
                </a:solidFill>
                <a:latin typeface="Kaiti SC"/>
                <a:ea typeface="Kaiti SC"/>
                <a:cs typeface="Kaiti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57FE53-D5B2-460F-90E6-86DB6720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24450"/>
            <a:ext cx="2362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182632"/>
                </a:solidFill>
                <a:latin typeface="Kaiti SC"/>
                <a:ea typeface="Kaiti SC"/>
                <a:cs typeface="Kaiti SC"/>
              </a:defRPr>
            </a:pPr>
            <a:r>
              <a:rPr b="0">
                <a:solidFill>
                  <a:srgbClr val="182632"/>
                </a:solidFill>
                <a:latin typeface="Kaiti SC"/>
                <a:ea typeface="Kaiti SC"/>
                <a:cs typeface="Kaiti SC"/>
              </a:rPr>
              <a:t>高精力投入、熟悉 DevOps 业务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8784AD-C18A-41C5-A615-2BA7202F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2F607F"/>
                </a:solidFill>
                <a:latin typeface="Kaiti SC"/>
                <a:ea typeface="Kaiti SC"/>
                <a:cs typeface="Kaiti SC"/>
              </a:defRPr>
            </a:pPr>
            <a:r>
              <a:rPr b="0">
                <a:solidFill>
                  <a:srgbClr val="2F607F"/>
                </a:solidFill>
                <a:latin typeface="Kaiti SC"/>
                <a:ea typeface="Kaiti SC"/>
                <a:cs typeface="Kaiti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F222EB-63C3-40B2-B9A0-34C64A73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2362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182632"/>
                </a:solidFill>
                <a:latin typeface="Kaiti SC"/>
                <a:ea typeface="Kaiti SC"/>
                <a:cs typeface="Kaiti SC"/>
              </a:defRPr>
            </a:pPr>
            <a:r>
              <a:rPr b="0">
                <a:solidFill>
                  <a:srgbClr val="182632"/>
                </a:solidFill>
                <a:latin typeface="Kaiti SC"/>
                <a:ea typeface="Kaiti SC"/>
                <a:cs typeface="Kaiti SC"/>
              </a:rPr>
              <a:t>方向高度垂直、一定研究能力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387AB2-3088-4C28-87CA-64413C12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0050"/>
            <a:ext cx="0" cy="605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7DA5BF-FB49-40DA-BBD6-36A02EAD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619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182632"/>
                </a:solidFill>
                <a:latin typeface="Kaiti SC"/>
                <a:ea typeface="Kaiti SC"/>
                <a:cs typeface="Kaiti SC"/>
              </a:defRPr>
            </a:pPr>
            <a:r>
              <a:rPr b="0">
                <a:solidFill>
                  <a:srgbClr val="182632"/>
                </a:solidFill>
                <a:latin typeface="Kaiti SC"/>
                <a:ea typeface="Kaiti SC"/>
                <a:cs typeface="Kaiti SC"/>
              </a:rPr>
              <a:t>教育经历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1EC58E-CFF3-40AF-AD46-AEABF96F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781050"/>
            <a:ext cx="786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CD930A-17DE-4243-B45C-7A991F88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914400"/>
            <a:ext cx="7867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D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2F607F"/>
                </a:solidFill>
                <a:latin typeface="Kaiti SC"/>
                <a:ea typeface="Kaiti SC"/>
                <a:cs typeface="Kaiti SC"/>
              </a:defRPr>
            </a:pPr>
            <a:r>
              <a:rPr b="1">
                <a:solidFill>
                  <a:srgbClr val="2F607F"/>
                </a:solidFill>
                <a:latin typeface="Kaiti SC"/>
                <a:ea typeface="Kaiti SC"/>
                <a:cs typeface="Kaiti SC"/>
              </a:rPr>
              <a:t>硕士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F13C3B-68BE-4C19-B101-07D3FA86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876300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182632"/>
                </a:solidFill>
                <a:latin typeface="Kaiti SC"/>
                <a:ea typeface="Kaiti SC"/>
                <a:cs typeface="Kaiti SC"/>
              </a:defRPr>
            </a:pPr>
            <a:r>
              <a:rPr b="0">
                <a:solidFill>
                  <a:srgbClr val="182632"/>
                </a:solidFill>
                <a:latin typeface="Kaiti SC"/>
                <a:ea typeface="Kaiti SC"/>
                <a:cs typeface="Kaiti SC"/>
              </a:rPr>
              <a:t>复旦大学 · 计算与智能创新学院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6EAFA4-A275-42D4-8B38-2C92C352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895350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b="0">
                <a:solidFill>
                  <a:srgbClr val="677684"/>
                </a:solidFill>
                <a:latin typeface="Kaiti SC"/>
                <a:ea typeface="Kaiti SC"/>
                <a:cs typeface="Kaiti SC"/>
              </a:defRPr>
            </a:pPr>
            <a:r>
              <a:rPr b="0">
                <a:solidFill>
                  <a:srgbClr val="677684"/>
                </a:solidFill>
                <a:latin typeface="Kaiti SC"/>
                <a:ea typeface="Kaiti SC"/>
                <a:cs typeface="Kaiti SC"/>
              </a:rPr>
              <a:t>2025.09–2028.06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4BF6AE-C528-4AE7-967E-F341BA08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295400"/>
            <a:ext cx="451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182632"/>
                </a:solidFill>
                <a:latin typeface="Kaiti SC"/>
                <a:ea typeface="Kaiti SC"/>
                <a:cs typeface="Kaiti SC"/>
              </a:defRPr>
            </a:pPr>
            <a:r>
              <a:rPr b="1">
                <a:solidFill>
                  <a:srgbClr val="182632"/>
                </a:solidFill>
                <a:latin typeface="Kaiti SC"/>
                <a:ea typeface="Kaiti SC"/>
                <a:cs typeface="Kaiti SC"/>
              </a:rPr>
              <a:t>预期 2027 年进入硕博连读阶段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02463D-2143-44C1-B6B0-4467D8C3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2858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182632"/>
                </a:solidFill>
                <a:latin typeface="Kaiti SC"/>
                <a:ea typeface="Kaiti SC"/>
                <a:cs typeface="Kaiti SC"/>
              </a:defRPr>
            </a:pPr>
            <a:r>
              <a:rPr b="0">
                <a:solidFill>
                  <a:srgbClr val="182632"/>
                </a:solidFill>
                <a:latin typeface="Kaiti SC"/>
                <a:ea typeface="Kaiti SC"/>
                <a:cs typeface="Kaiti SC"/>
              </a:rPr>
              <a:t>GPA：3.79/4.00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78C7AA-8256-41B9-BBFA-BAD1A5D0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19300"/>
            <a:ext cx="7867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D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2F607F"/>
                </a:solidFill>
                <a:latin typeface="Kaiti SC"/>
                <a:ea typeface="Kaiti SC"/>
                <a:cs typeface="Kaiti SC"/>
              </a:defRPr>
            </a:pPr>
            <a:r>
              <a:rPr b="1">
                <a:solidFill>
                  <a:srgbClr val="2F607F"/>
                </a:solidFill>
                <a:latin typeface="Kaiti SC"/>
                <a:ea typeface="Kaiti SC"/>
                <a:cs typeface="Kaiti SC"/>
              </a:rPr>
              <a:t>本科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34A480-3D1C-494E-B549-44CCE13A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981200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182632"/>
                </a:solidFill>
                <a:latin typeface="Kaiti SC"/>
                <a:ea typeface="Kaiti SC"/>
                <a:cs typeface="Kaiti SC"/>
              </a:defRPr>
            </a:pPr>
            <a:r>
              <a:rPr b="0">
                <a:solidFill>
                  <a:srgbClr val="182632"/>
                </a:solidFill>
                <a:latin typeface="Kaiti SC"/>
                <a:ea typeface="Kaiti SC"/>
                <a:cs typeface="Kaiti SC"/>
              </a:rPr>
              <a:t>合肥工业大学 · 计算机与信息学院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A0A765-65DD-4B93-AF86-30C26F9C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00250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b="0">
                <a:solidFill>
                  <a:srgbClr val="677684"/>
                </a:solidFill>
                <a:latin typeface="Kaiti SC"/>
                <a:ea typeface="Kaiti SC"/>
                <a:cs typeface="Kaiti SC"/>
              </a:defRPr>
            </a:pPr>
            <a:r>
              <a:rPr b="0">
                <a:solidFill>
                  <a:srgbClr val="677684"/>
                </a:solidFill>
                <a:latin typeface="Kaiti SC"/>
                <a:ea typeface="Kaiti SC"/>
                <a:cs typeface="Kaiti SC"/>
              </a:rPr>
              <a:t>2021.09–2025.06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2EBAF9-9224-4D6E-9DD6-9019B936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193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182632"/>
                </a:solidFill>
                <a:latin typeface="Kaiti SC"/>
                <a:ea typeface="Kaiti SC"/>
                <a:cs typeface="Kaiti SC"/>
              </a:defRPr>
            </a:pPr>
            <a:r>
              <a:rPr b="1">
                <a:solidFill>
                  <a:srgbClr val="182632"/>
                </a:solidFill>
                <a:latin typeface="Kaiti SC"/>
                <a:ea typeface="Kaiti SC"/>
                <a:cs typeface="Kaiti SC"/>
              </a:rPr>
              <a:t>排名：1/250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9D2E3A-10E9-4884-AFAD-E3A252C0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193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182632"/>
                </a:solidFill>
                <a:latin typeface="Kaiti SC"/>
                <a:ea typeface="Kaiti SC"/>
                <a:cs typeface="Kaiti SC"/>
              </a:defRPr>
            </a:pPr>
            <a:r>
              <a:rPr b="0">
                <a:solidFill>
                  <a:srgbClr val="182632"/>
                </a:solidFill>
                <a:latin typeface="Kaiti SC"/>
                <a:ea typeface="Kaiti SC"/>
                <a:cs typeface="Kaiti SC"/>
              </a:rPr>
              <a:t>GPA：4.02/4.30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84BF16-8BC1-475D-8CDD-07F63EF2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193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182632"/>
                </a:solidFill>
                <a:latin typeface="Kaiti SC"/>
                <a:ea typeface="Kaiti SC"/>
                <a:cs typeface="Kaiti SC"/>
              </a:defRPr>
            </a:pPr>
            <a:r>
              <a:rPr b="0">
                <a:solidFill>
                  <a:srgbClr val="182632"/>
                </a:solidFill>
                <a:latin typeface="Kaiti SC"/>
                <a:ea typeface="Kaiti SC"/>
                <a:cs typeface="Kaiti SC"/>
              </a:rPr>
              <a:t>国家奖学金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D569EB-F5FD-4083-8DE9-2B953390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193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182632"/>
                </a:solidFill>
                <a:latin typeface="Kaiti SC"/>
                <a:ea typeface="Kaiti SC"/>
                <a:cs typeface="Kaiti SC"/>
              </a:defRPr>
            </a:pPr>
            <a:r>
              <a:rPr b="0">
                <a:solidFill>
                  <a:srgbClr val="182632"/>
                </a:solidFill>
                <a:latin typeface="Kaiti SC"/>
                <a:ea typeface="Kaiti SC"/>
                <a:cs typeface="Kaiti SC"/>
              </a:rPr>
              <a:t>省优秀本科毕业生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1E9AF0-BDAE-46B2-9137-9D88CF29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57500"/>
            <a:ext cx="786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18A194-7020-4547-AC70-A2E02E59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718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182632"/>
                </a:solidFill>
                <a:latin typeface="Kaiti SC"/>
                <a:ea typeface="Kaiti SC"/>
                <a:cs typeface="Kaiti SC"/>
              </a:defRPr>
            </a:pPr>
            <a:r>
              <a:rPr b="0">
                <a:solidFill>
                  <a:srgbClr val="182632"/>
                </a:solidFill>
                <a:latin typeface="Kaiti SC"/>
                <a:ea typeface="Kaiti SC"/>
                <a:cs typeface="Kaiti SC"/>
              </a:rPr>
              <a:t>相关经历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28F504-1ADE-4379-94F3-C878FE19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48050"/>
            <a:ext cx="7867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D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2F607F"/>
                </a:solidFill>
                <a:latin typeface="Kaiti SC"/>
                <a:ea typeface="Kaiti SC"/>
                <a:cs typeface="Kaiti SC"/>
              </a:defRPr>
            </a:pPr>
            <a:r>
              <a:rPr b="1">
                <a:solidFill>
                  <a:srgbClr val="2F607F"/>
                </a:solidFill>
                <a:latin typeface="Kaiti SC"/>
                <a:ea typeface="Kaiti SC"/>
                <a:cs typeface="Kaiti SC"/>
              </a:rPr>
              <a:t>Agent Memory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9CB157-CA54-4959-9488-FD22308F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848100"/>
            <a:ext cx="7867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182632"/>
                </a:solidFill>
                <a:latin typeface="Kaiti SC"/>
                <a:ea typeface="Kaiti SC"/>
                <a:cs typeface="Kaiti SC"/>
              </a:defRPr>
            </a:pPr>
            <a:r>
              <a:rPr b="0">
                <a:solidFill>
                  <a:srgbClr val="182632"/>
                </a:solidFill>
                <a:latin typeface="Kaiti SC"/>
                <a:ea typeface="Kaiti SC"/>
                <a:cs typeface="Kaiti SC"/>
              </a:rPr>
              <a:t>针对企业 Agent 记忆分散、跨应用难复用的问题，</a:t>
            </a:r>
          </a:p>
          <a:p xmlns:a="http://schemas.openxmlformats.org/drawingml/2006/main">
            <a:pPr algn="l">
              <a:defRPr b="0">
                <a:solidFill>
                  <a:srgbClr val="182632"/>
                </a:solidFill>
                <a:latin typeface="Kaiti SC"/>
                <a:ea typeface="Kaiti SC"/>
                <a:cs typeface="Kaiti SC"/>
              </a:defRPr>
            </a:pPr>
            <a:r>
              <a:rPr b="0">
                <a:solidFill>
                  <a:srgbClr val="182632"/>
                </a:solidFill>
                <a:latin typeface="Kaiti SC"/>
                <a:ea typeface="Kaiti SC"/>
                <a:cs typeface="Kaiti SC"/>
              </a:rPr>
              <a:t>围绕抽取、检索与治理，参与建设长期记忆基础设施。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2D8994-6922-4482-886A-81016656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38650"/>
            <a:ext cx="7867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D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2F607F"/>
                </a:solidFill>
                <a:latin typeface="Kaiti SC"/>
                <a:ea typeface="Kaiti SC"/>
                <a:cs typeface="Kaiti SC"/>
              </a:defRPr>
            </a:pPr>
            <a:r>
              <a:rPr b="1">
                <a:solidFill>
                  <a:srgbClr val="2F607F"/>
                </a:solidFill>
                <a:latin typeface="Kaiti SC"/>
                <a:ea typeface="Kaiti SC"/>
                <a:cs typeface="Kaiti SC"/>
              </a:rPr>
              <a:t>Harness / Agent 可观测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8261A9-2837-4E36-97AB-3057B01C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838700"/>
            <a:ext cx="7867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182632"/>
                </a:solidFill>
                <a:latin typeface="Kaiti SC"/>
                <a:ea typeface="Kaiti SC"/>
                <a:cs typeface="Kaiti SC"/>
              </a:defRPr>
            </a:pPr>
            <a:r>
              <a:rPr b="0">
                <a:solidFill>
                  <a:srgbClr val="182632"/>
                </a:solidFill>
                <a:latin typeface="Kaiti SC"/>
                <a:ea typeface="Kaiti SC"/>
                <a:cs typeface="Kaiti SC"/>
              </a:rPr>
              <a:t>面向 LLM 决策与工具执行的不确定性，建设 Agent Harness 的</a:t>
            </a:r>
          </a:p>
          <a:p xmlns:a="http://schemas.openxmlformats.org/drawingml/2006/main">
            <a:pPr algn="l">
              <a:defRPr b="0">
                <a:solidFill>
                  <a:srgbClr val="182632"/>
                </a:solidFill>
                <a:latin typeface="Kaiti SC"/>
                <a:ea typeface="Kaiti SC"/>
                <a:cs typeface="Kaiti SC"/>
              </a:defRPr>
            </a:pPr>
            <a:r>
              <a:rPr b="0">
                <a:solidFill>
                  <a:srgbClr val="182632"/>
                </a:solidFill>
                <a:latin typeface="Kaiti SC"/>
                <a:ea typeface="Kaiti SC"/>
                <a:cs typeface="Kaiti SC"/>
              </a:rPr>
              <a:t>链路观测与上下文关联能力，支撑故障定位与可靠性治理。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D9CDAE-4E0E-43FC-B792-3997DC4D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467350"/>
            <a:ext cx="7867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D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2F607F"/>
                </a:solidFill>
                <a:latin typeface="Kaiti SC"/>
                <a:ea typeface="Kaiti SC"/>
                <a:cs typeface="Kaiti SC"/>
              </a:defRPr>
            </a:pPr>
            <a:r>
              <a:rPr b="1">
                <a:solidFill>
                  <a:srgbClr val="2F607F"/>
                </a:solidFill>
                <a:latin typeface="Kaiti SC"/>
                <a:ea typeface="Kaiti SC"/>
                <a:cs typeface="Kaiti SC"/>
              </a:rPr>
              <a:t>Agent 可靠性调研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2E530A-346E-4538-898D-47B13913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867400"/>
            <a:ext cx="7867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182632"/>
                </a:solidFill>
                <a:latin typeface="Kaiti SC"/>
                <a:ea typeface="Kaiti SC"/>
                <a:cs typeface="Kaiti SC"/>
              </a:defRPr>
            </a:pPr>
            <a:r>
              <a:rPr b="0">
                <a:solidFill>
                  <a:srgbClr val="182632"/>
                </a:solidFill>
                <a:latin typeface="Kaiti SC"/>
                <a:ea typeface="Kaiti SC"/>
                <a:cs typeface="Kaiti SC"/>
              </a:rPr>
              <a:t>系统调研 Agent 从运行观测、轨迹分析到失败诊断与归因的前沿方法。</a:t>
            </a:r>
          </a:p>
        </p:txBody>
      </p:sp>
    </p:spTree>
    <p:extLst>
      <p:ext uri="{BB962C8B-B14F-4D97-AF65-F5344CB8AC3E}">
        <p14:creationId xmlns:p14="http://schemas.microsoft.com/office/powerpoint/2010/main" val="11907126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2026-09-13T02:24:59.3510000Z</dcterms:created>
  <dcterms:modified xsi:type="dcterms:W3CDTF">2026-09-13T02:24:59.3510000Z</dcterms:modified>
</coreProperties>
</file>