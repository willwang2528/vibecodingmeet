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9e86fd1a83b42a2" /><Relationship Type="http://schemas.openxmlformats.org/officeDocument/2006/relationships/extended-properties" Target="/docProps/app.xml" Id="R76812c97082c4aaa" /><Relationship Type="http://schemas.openxmlformats.org/officeDocument/2006/relationships/officeDocument" Target="/ppt/presentation.xml" Id="Rf2c03651d59045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fbc18b64124437a"/>
  </p:sldMasterIdLst>
  <p:notesMasterIdLst>
    <p:notesMasterId xmlns:r="http://schemas.openxmlformats.org/officeDocument/2006/relationships" r:id="Re923b08a1e104b59"/>
  </p:notesMasterIdLst>
  <p:sldIdLst>
    <p:sldId xmlns:r="http://schemas.openxmlformats.org/officeDocument/2006/relationships" id="256" r:id="R5aa0efbd5b814a8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ec5071b00e4dba" /><Relationship Type="http://schemas.openxmlformats.org/officeDocument/2006/relationships/slideMaster" Target="/ppt/slideMasters/slideMaster1.xml" Id="R2fbc18b64124437a" /><Relationship Type="http://schemas.openxmlformats.org/officeDocument/2006/relationships/notesMaster" Target="/ppt/notesMasters/notesMaster1.xml" Id="Re923b08a1e104b59" /><Relationship Type="http://schemas.openxmlformats.org/officeDocument/2006/relationships/presProps" Target="/ppt/presProps.xml" Id="Ra00535873ed744a7" /><Relationship Type="http://schemas.openxmlformats.org/officeDocument/2006/relationships/tableStyles" Target="/ppt/tableStyles.xml" Id="R12979622940647ab" /><Relationship Type="http://schemas.openxmlformats.org/officeDocument/2006/relationships/slide" Target="/ppt/slides/slide1.xml" Id="R5aa0efbd5b814a8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2a1859da25e405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0f97513c254941" /><Relationship Type="http://schemas.openxmlformats.org/officeDocument/2006/relationships/notesMaster" Target="/ppt/notesMasters/notesMaster1.xml" Id="Rcc8d0ceda3e74d4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c353d576a24d6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d65e8bc4bf4fc1" /><Relationship Type="http://schemas.openxmlformats.org/officeDocument/2006/relationships/slideLayout" Target="/ppt/slideLayouts/slideLayout1.xml" Id="R29b090e85a4c4c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b090e85a4c4c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f18034bc66423a" /><Relationship Type="http://schemas.openxmlformats.org/officeDocument/2006/relationships/image" Target="/ppt/media/image.png" Id="Rc4ccc5644d3d40ba" /><Relationship Type="http://schemas.openxmlformats.org/officeDocument/2006/relationships/image" Target="/ppt/media/image2.png" Id="Rf13aa5ba981f4101" /><Relationship Type="http://schemas.openxmlformats.org/officeDocument/2006/relationships/notesSlide" Target="/ppt/notesSlides/notesSlide1.xml" Id="R433de9e9eea8480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70CE08-D6DE-4F2D-8CC5-4D87806C0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"/>
            <a:ext cx="112776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325" b="1">
                <a:solidFill>
                  <a:srgbClr val="111111"/>
                </a:solidFill>
                <a:latin typeface="Times New Roman"/>
                <a:ea typeface="Times New Roman"/>
                <a:cs typeface="Times New Roman"/>
              </a:rPr>
              <a:t>My Work 1 ｜ Agent Memory in Harness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ccc5644d3d40ba"/>
          <a:stretch xmlns:a="http://schemas.openxmlformats.org/drawingml/2006/main"/>
        </p:blipFill>
        <p:spPr>
          <a:xfrm xmlns:a="http://schemas.openxmlformats.org/drawingml/2006/main">
            <a:off x="381000" y="1352550"/>
            <a:ext cx="5543550" cy="3695700"/>
          </a:xfrm>
          <a:prstGeom xmlns:a="http://schemas.openxmlformats.org/drawingml/2006/main" prst="rect">
            <a:avLst/>
          </a:prstGeom>
        </p:spPr>
      </p:pic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3aa5ba981f4101"/>
          <a:stretch xmlns:a="http://schemas.openxmlformats.org/drawingml/2006/main"/>
        </p:blipFill>
        <p:spPr>
          <a:xfrm xmlns:a="http://schemas.openxmlformats.org/drawingml/2006/main">
            <a:off x="6257925" y="1131727"/>
            <a:ext cx="5553075" cy="4099246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14EF4B-0548-40B7-ACD3-A350A0E64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67175"/>
            <a:ext cx="9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516503C-98E4-4834-8CE9-E5809C9ED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810250"/>
            <a:ext cx="5543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Fig. 1. ArkAI Leto Harnesss 架构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82F6D0-AF6C-466E-85A8-F7259EE1B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810250"/>
            <a:ext cx="5553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defRPr>
            </a:pPr>
            <a:r>
              <a:rPr sz="1350" b="1">
                <a:solidFill>
                  <a:srgbClr val="111111"/>
                </a:solidFill>
                <a:latin typeface="Songti SC"/>
                <a:ea typeface="Songti SC"/>
                <a:cs typeface="Songti SC"/>
              </a:rPr>
              <a:t>Fig. 2. Agent Memory 在 Harness 的使用方式</a:t>
            </a:r>
          </a:p>
        </p:txBody>
      </p:sp>
    </p:spTree>
    <p:extLst>
      <p:ext uri="{BB962C8B-B14F-4D97-AF65-F5344CB8AC3E}">
        <p14:creationId xmlns:p14="http://schemas.microsoft.com/office/powerpoint/2010/main" val="4383583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2026-09-13T06:12:10.7620000Z</dcterms:created>
  <dcterms:modified xsi:type="dcterms:W3CDTF">2026-09-13T06:12:10.7620000Z</dcterms:modified>
</coreProperties>
</file>