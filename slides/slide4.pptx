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682d6def54447a" /><Relationship Type="http://schemas.openxmlformats.org/officeDocument/2006/relationships/extended-properties" Target="/docProps/app.xml" Id="Rd6875ceaba054cc3" /><Relationship Type="http://schemas.openxmlformats.org/officeDocument/2006/relationships/officeDocument" Target="/ppt/presentation.xml" Id="Rb19e4260beba4a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77f1c46bff491f"/>
  </p:sldMasterIdLst>
  <p:notesMasterIdLst>
    <p:notesMasterId xmlns:r="http://schemas.openxmlformats.org/officeDocument/2006/relationships" r:id="Rc1906b1fc0924a90"/>
  </p:notesMasterIdLst>
  <p:sldIdLst>
    <p:sldId xmlns:r="http://schemas.openxmlformats.org/officeDocument/2006/relationships" id="256" r:id="R4cca702f84114a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4d2680fdf41e5" /><Relationship Type="http://schemas.openxmlformats.org/officeDocument/2006/relationships/slideMaster" Target="/ppt/slideMasters/slideMaster1.xml" Id="Rdd77f1c46bff491f" /><Relationship Type="http://schemas.openxmlformats.org/officeDocument/2006/relationships/notesMaster" Target="/ppt/notesMasters/notesMaster1.xml" Id="Rc1906b1fc0924a90" /><Relationship Type="http://schemas.openxmlformats.org/officeDocument/2006/relationships/presProps" Target="/ppt/presProps.xml" Id="R8ff1caaebdd042d6" /><Relationship Type="http://schemas.openxmlformats.org/officeDocument/2006/relationships/tableStyles" Target="/ppt/tableStyles.xml" Id="R0b4e49c924594ecf" /><Relationship Type="http://schemas.openxmlformats.org/officeDocument/2006/relationships/slide" Target="/ppt/slides/slide1.xml" Id="R4cca702f84114a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e88ee4ea504b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47c29de1e84dc6" /><Relationship Type="http://schemas.openxmlformats.org/officeDocument/2006/relationships/notesMaster" Target="/ppt/notesMasters/notesMaster1.xml" Id="R5b5a6c3db5e2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c94011729848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c984d24ef2451f" /><Relationship Type="http://schemas.openxmlformats.org/officeDocument/2006/relationships/slideLayout" Target="/ppt/slideLayouts/slideLayout1.xml" Id="R7f6ec1e72d3a42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6ec1e72d3a42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68189074347e3" /><Relationship Type="http://schemas.openxmlformats.org/officeDocument/2006/relationships/image" Target="/ppt/media/image.png" Id="R63a62a5e2b5147fa" /><Relationship Type="http://schemas.openxmlformats.org/officeDocument/2006/relationships/notesSlide" Target="/ppt/notesSlides/notesSlide1.xml" Id="R499a7e646bc24c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E507D-57D8-4C29-8A2B-9860D861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3F7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F70"/>
                </a:solidFill>
                <a:latin typeface="Arial"/>
                <a:ea typeface="Arial"/>
                <a:cs typeface="Arial"/>
              </a:rPr>
              <a:t>My Work 1 | Agent Memory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62a5e2b5147fa"/>
          <a:stretch xmlns:a="http://schemas.openxmlformats.org/drawingml/2006/main"/>
        </p:blipFill>
        <p:spPr>
          <a:xfrm xmlns:a="http://schemas.openxmlformats.org/drawingml/2006/main">
            <a:off x="857918" y="609600"/>
            <a:ext cx="10476164" cy="58959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B21E4-EBF7-4143-9284-9A4C6810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627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94553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394553"/>
                </a:solidFill>
                <a:latin typeface="PingFang SC"/>
                <a:ea typeface="PingFang SC"/>
                <a:cs typeface="PingFang SC"/>
              </a:rPr>
              <a:t>Fig. 1. ArkAI Memory 基础设施服务流</a:t>
            </a:r>
          </a:p>
        </p:txBody>
      </p:sp>
    </p:spTree>
    <p:extLst>
      <p:ext uri="{BB962C8B-B14F-4D97-AF65-F5344CB8AC3E}">
        <p14:creationId xmlns:p14="http://schemas.microsoft.com/office/powerpoint/2010/main" val="1228187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2026-09-13T08:28:39.2740000Z</dcterms:created>
  <dcterms:modified xsi:type="dcterms:W3CDTF">2026-09-13T08:28:39.2740000Z</dcterms:modified>
</coreProperties>
</file>