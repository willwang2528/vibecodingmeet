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ecb29cf944ed4" /><Relationship Type="http://schemas.openxmlformats.org/officeDocument/2006/relationships/extended-properties" Target="/docProps/app.xml" Id="Rc027ce4824ff450d" /><Relationship Type="http://schemas.openxmlformats.org/officeDocument/2006/relationships/officeDocument" Target="/ppt/presentation.xml" Id="Rd2bc7e26fd5e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d135b483644e6"/>
  </p:sldMasterIdLst>
  <p:notesMasterIdLst>
    <p:notesMasterId xmlns:r="http://schemas.openxmlformats.org/officeDocument/2006/relationships" r:id="R9446e52c986d4091"/>
  </p:notesMasterIdLst>
  <p:sldIdLst>
    <p:sldId xmlns:r="http://schemas.openxmlformats.org/officeDocument/2006/relationships" id="256" r:id="Rb343548fe274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5ba8df7e3d497e" /><Relationship Type="http://schemas.openxmlformats.org/officeDocument/2006/relationships/slideMaster" Target="/ppt/slideMasters/slideMaster1.xml" Id="R3edd135b483644e6" /><Relationship Type="http://schemas.openxmlformats.org/officeDocument/2006/relationships/notesMaster" Target="/ppt/notesMasters/notesMaster1.xml" Id="R9446e52c986d4091" /><Relationship Type="http://schemas.openxmlformats.org/officeDocument/2006/relationships/presProps" Target="/ppt/presProps.xml" Id="R5da2ad1cf4114d73" /><Relationship Type="http://schemas.openxmlformats.org/officeDocument/2006/relationships/tableStyles" Target="/ppt/tableStyles.xml" Id="Rb47b1bb1054b4de1" /><Relationship Type="http://schemas.openxmlformats.org/officeDocument/2006/relationships/slide" Target="/ppt/slides/slide1.xml" Id="Rb343548fe274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25eeddb1143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0b4d9a69a468d" /><Relationship Type="http://schemas.openxmlformats.org/officeDocument/2006/relationships/notesMaster" Target="/ppt/notesMasters/notesMaster1.xml" Id="R9fe2ea0cd149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文字来源（按原文排版，未改写）：https://tcnalm3egehv.feishu.cn/wiki/SthFwY4g5ipoUxkDei1cewkinZf</a:t>
            </a:r>
          </a:p>
          <a:p xmlns:a="http://schemas.openxmlformats.org/drawingml/2006/main">
            <a:r>
              <a:t>飞书文档 ID：U2I1dpaNVo5yopxskqocXPHknCb；读取版本 revision 113。</a:t>
            </a:r>
          </a:p>
          <a:p xmlns:a="http://schemas.openxmlformats.org/drawingml/2006/main">
            <a:r>
              <a:t>背景：企业 Agent 在持续服务用户和执行长任务时，用户事实散落在会话中，Agent 的成功与失败经验停留在单次轨迹里，Skill 和工具规则由不同团队重复维护。</a:t>
            </a:r>
          </a:p>
          <a:p xmlns:a="http://schemas.openxmlformats.org/drawingml/2006/main">
            <a:r>
              <a:t>问题：在单个 Agent 项目里，团队往往直接把 Prompt、工作流变量、用户画像表、向量库和工具说明拼成「记忆」。当多个 Agent 和团队同时演进时，会造成资产不可共享、抽取与写入耦合、检索只优化相关性、缺少使用后反馈等问题。</a:t>
            </a:r>
          </a:p>
          <a:p xmlns:a="http://schemas.openxmlformats.org/drawingml/2006/main">
            <a:r>
              <a:t>方法：数据平面：负责统一资产、异步抽取和多模式检索；控制平面：负责证据、准入、状态演进、使用审计和评测。前者让记忆可以被工程系统稳定调用，后者让记忆成为可验证的 Agent 能力。</a:t>
            </a:r>
          </a:p>
          <a:p xmlns:a="http://schemas.openxmlformats.org/drawingml/2006/main">
            <a:r>
              <a:t>目标：把企业记忆系统从一次性知识库提升为可观测、可验证、可演进的 Agent 基础设施。</a:t>
            </a:r>
          </a:p>
          <a:p xmlns:a="http://schemas.openxmlformats.org/drawingml/2006/main">
            <a:r>
              <a:t>架构图：human/figures/04_memory_extraction_compact.png。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db585fa7346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e7796c1e243e5" /><Relationship Type="http://schemas.openxmlformats.org/officeDocument/2006/relationships/slideLayout" Target="/ppt/slideLayouts/slideLayout1.xml" Id="Rcf6079e83edb42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6079e83edb42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ec8221f7f4449" /><Relationship Type="http://schemas.openxmlformats.org/officeDocument/2006/relationships/image" Target="/ppt/media/image.png" Id="R9b033b105da14961" /><Relationship Type="http://schemas.openxmlformats.org/officeDocument/2006/relationships/notesSlide" Target="/ppt/notesSlides/notesSlide1.xml" Id="R2cc2f13d664943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F5C2F-AD20-4422-B2F1-416344C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  <a:latin typeface="Kaiti SC"/>
                <a:ea typeface="Kaiti SC"/>
                <a:cs typeface="Kaiti SC"/>
              </a:defRPr>
            </a:pPr>
            <a:r>
              <a:t>My Work1：Agent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97949-73FA-46C3-9428-EFAFBAB9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40E45-B192-45C6-9BEC-C8C7F04D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32C9-E4C3-49DC-A661-4ACDFBF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FBF"/>
                </a:solidFill>
                <a:latin typeface="Kaiti SC"/>
                <a:ea typeface="Kaiti SC"/>
                <a:cs typeface="Kaiti SC"/>
              </a:defRPr>
            </a:pPr>
            <a:r>
              <a:t>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92C83-4FA6-4BCC-94D1-447283E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4495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8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FB649-077C-4780-9027-1A7DAAF8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A46"/>
                </a:solidFill>
                <a:latin typeface="Kaiti SC"/>
                <a:ea typeface="Kaiti SC"/>
                <a:cs typeface="Kaiti SC"/>
              </a:defRPr>
            </a:pPr>
            <a:r>
              <a:rPr b="0"/>
              <a:t>企</a:t>
            </a:r>
            <a:r>
              <a:rPr b="0"/>
              <a:t>业</a:t>
            </a:r>
            <a:r>
              <a:rPr b="0"/>
              <a:t> </a:t>
            </a:r>
            <a:r>
              <a:rPr b="0"/>
              <a:t>Agent</a:t>
            </a:r>
            <a:r>
              <a:rPr b="0"/>
              <a:t> </a:t>
            </a:r>
            <a:r>
              <a:rPr b="0"/>
              <a:t>在</a:t>
            </a:r>
            <a:r>
              <a:rPr b="0"/>
              <a:t>持</a:t>
            </a:r>
            <a:r>
              <a:rPr b="0"/>
              <a:t>续</a:t>
            </a:r>
            <a:r>
              <a:rPr b="0"/>
              <a:t>服</a:t>
            </a:r>
            <a:r>
              <a:rPr b="0"/>
              <a:t>务</a:t>
            </a:r>
            <a:r>
              <a:rPr b="0"/>
              <a:t>用</a:t>
            </a:r>
            <a:r>
              <a:rPr b="0"/>
              <a:t>户</a:t>
            </a:r>
            <a:r>
              <a:rPr b="0"/>
              <a:t>和</a:t>
            </a:r>
            <a:r>
              <a:rPr b="0"/>
              <a:t>执</a:t>
            </a:r>
            <a:r>
              <a:rPr b="0"/>
              <a:t>行</a:t>
            </a:r>
            <a:r>
              <a:rPr b="0"/>
              <a:t>长</a:t>
            </a:r>
            <a:r>
              <a:rPr b="0"/>
              <a:t>任</a:t>
            </a:r>
            <a:r>
              <a:rPr b="0"/>
              <a:t>务</a:t>
            </a:r>
            <a:r>
              <a:rPr b="0"/>
              <a:t>时，</a:t>
            </a:r>
            <a:r>
              <a:rPr b="0"/>
              <a:t>用</a:t>
            </a:r>
            <a:r>
              <a:rPr b="0"/>
              <a:t>户</a:t>
            </a:r>
            <a:r>
              <a:rPr b="0"/>
              <a:t>事</a:t>
            </a:r>
            <a:r>
              <a:rPr b="0"/>
              <a:t>实</a:t>
            </a:r>
            <a:r>
              <a:rPr b="0"/>
              <a:t>散</a:t>
            </a:r>
            <a:r>
              <a:rPr b="0"/>
              <a:t>落</a:t>
            </a:r>
            <a:r>
              <a:rPr b="0"/>
              <a:t>在</a:t>
            </a:r>
            <a:r>
              <a:rPr b="0"/>
              <a:t>会</a:t>
            </a:r>
            <a:r>
              <a:rPr b="0"/>
              <a:t>话</a:t>
            </a:r>
            <a:r>
              <a:rPr b="0"/>
              <a:t>中，</a:t>
            </a:r>
            <a:r>
              <a:rPr b="0"/>
              <a:t>Agent</a:t>
            </a:r>
            <a:r>
              <a:rPr b="0"/>
              <a:t> </a:t>
            </a:r>
            <a:r>
              <a:rPr b="0"/>
              <a:t>的</a:t>
            </a:r>
            <a:r>
              <a:rPr b="0"/>
              <a:t>成</a:t>
            </a:r>
            <a:r>
              <a:rPr b="0"/>
              <a:t>功</a:t>
            </a:r>
            <a:r>
              <a:rPr b="0"/>
              <a:t>与</a:t>
            </a:r>
            <a:r>
              <a:rPr b="0"/>
              <a:t>失</a:t>
            </a:r>
            <a:r>
              <a:rPr b="0"/>
              <a:t>败</a:t>
            </a:r>
            <a:r>
              <a:rPr b="0"/>
              <a:t>经</a:t>
            </a:r>
            <a:r>
              <a:rPr b="0"/>
              <a:t>验</a:t>
            </a:r>
            <a:r>
              <a:rPr b="0"/>
              <a:t>停</a:t>
            </a:r>
            <a:r>
              <a:rPr b="0"/>
              <a:t>留</a:t>
            </a:r>
            <a:r>
              <a:rPr b="0"/>
              <a:t>在</a:t>
            </a:r>
            <a:r>
              <a:rPr b="0"/>
              <a:t>单</a:t>
            </a:r>
            <a:r>
              <a:rPr b="0"/>
              <a:t>次</a:t>
            </a:r>
            <a:r>
              <a:rPr b="0"/>
              <a:t>轨</a:t>
            </a:r>
            <a:r>
              <a:rPr b="0"/>
              <a:t>迹</a:t>
            </a:r>
            <a:r>
              <a:rPr b="0"/>
              <a:t>里，</a:t>
            </a:r>
            <a:r>
              <a:rPr b="0"/>
              <a:t>Skill</a:t>
            </a:r>
            <a:r>
              <a:rPr b="0"/>
              <a:t> </a:t>
            </a:r>
            <a:r>
              <a:rPr b="0"/>
              <a:t>和</a:t>
            </a:r>
            <a:r>
              <a:rPr b="0"/>
              <a:t>工</a:t>
            </a:r>
            <a:r>
              <a:rPr b="0"/>
              <a:t>具</a:t>
            </a:r>
            <a:r>
              <a:rPr b="0"/>
              <a:t>规</a:t>
            </a:r>
            <a:r>
              <a:rPr b="0"/>
              <a:t>则</a:t>
            </a:r>
            <a:r>
              <a:rPr b="0"/>
              <a:t>由</a:t>
            </a:r>
            <a:r>
              <a:rPr b="0"/>
              <a:t>不</a:t>
            </a:r>
            <a:r>
              <a:rPr b="0"/>
              <a:t>同</a:t>
            </a:r>
            <a:r>
              <a:rPr b="0"/>
              <a:t>团</a:t>
            </a:r>
            <a:r>
              <a:rPr b="0"/>
              <a:t>队</a:t>
            </a:r>
            <a:r>
              <a:rPr b="0"/>
              <a:t>重</a:t>
            </a:r>
            <a:r>
              <a:rPr b="0"/>
              <a:t>复</a:t>
            </a:r>
            <a:r>
              <a:rPr b="0"/>
              <a:t>维</a:t>
            </a:r>
            <a:r>
              <a:rPr b="0"/>
              <a:t>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9E7D8-5667-4AD3-BA74-43FD86A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22"/>
          </a:solidFill>
          <a:ln xmlns:a="http://schemas.openxmlformats.org/drawingml/2006/main" w="0">
            <a:solidFill>
              <a:srgbClr val="D7682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8E82F-4D4A-4578-B420-97473CBF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822"/>
                </a:solidFill>
                <a:latin typeface="Kaiti SC"/>
                <a:ea typeface="Kaiti SC"/>
                <a:cs typeface="Kaiti SC"/>
              </a:defRPr>
            </a:pPr>
            <a: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00831-16AD-415D-B466-49E6B2A5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495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7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3FDFF-2C45-434A-8E94-B6EDDB52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267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A46"/>
                </a:solidFill>
                <a:latin typeface="Kaiti SC"/>
                <a:ea typeface="Kaiti SC"/>
                <a:cs typeface="Kaiti SC"/>
              </a:defRPr>
            </a:pPr>
            <a:r>
              <a:rPr b="0"/>
              <a:t>在</a:t>
            </a:r>
            <a:r>
              <a:rPr b="0"/>
              <a:t>单</a:t>
            </a:r>
            <a:r>
              <a:rPr b="0"/>
              <a:t>个</a:t>
            </a:r>
            <a:r>
              <a:rPr b="0"/>
              <a:t> </a:t>
            </a:r>
            <a:r>
              <a:rPr b="0"/>
              <a:t>Agent</a:t>
            </a:r>
            <a:r>
              <a:rPr b="0"/>
              <a:t> </a:t>
            </a:r>
            <a:r>
              <a:rPr b="0"/>
              <a:t>项</a:t>
            </a:r>
            <a:r>
              <a:rPr b="0"/>
              <a:t>目</a:t>
            </a:r>
            <a:r>
              <a:rPr b="0"/>
              <a:t>里，</a:t>
            </a:r>
            <a:r>
              <a:rPr b="0"/>
              <a:t>团</a:t>
            </a:r>
            <a:r>
              <a:rPr b="0"/>
              <a:t>队</a:t>
            </a:r>
            <a:r>
              <a:rPr b="0"/>
              <a:t>往</a:t>
            </a:r>
            <a:r>
              <a:rPr b="0"/>
              <a:t>往</a:t>
            </a:r>
            <a:r>
              <a:rPr b="0"/>
              <a:t>直</a:t>
            </a:r>
            <a:r>
              <a:rPr b="0"/>
              <a:t>接</a:t>
            </a:r>
            <a:r>
              <a:rPr b="0"/>
              <a:t>把</a:t>
            </a:r>
            <a:r>
              <a:rPr b="0"/>
              <a:t> </a:t>
            </a:r>
            <a:r>
              <a:rPr b="0"/>
              <a:t>Prompt</a:t>
            </a:r>
            <a:r>
              <a:rPr b="0"/>
              <a:t>、</a:t>
            </a:r>
            <a:r>
              <a:rPr b="0"/>
              <a:t>工</a:t>
            </a:r>
            <a:r>
              <a:rPr b="0"/>
              <a:t>作</a:t>
            </a:r>
            <a:r>
              <a:rPr b="0"/>
              <a:t>流</a:t>
            </a:r>
            <a:r>
              <a:rPr b="0"/>
              <a:t>变</a:t>
            </a:r>
            <a:r>
              <a:rPr b="0"/>
              <a:t>量、</a:t>
            </a:r>
            <a:r>
              <a:rPr b="0"/>
              <a:t>用</a:t>
            </a:r>
            <a:r>
              <a:rPr b="0"/>
              <a:t>户</a:t>
            </a:r>
            <a:r>
              <a:rPr b="0"/>
              <a:t>画</a:t>
            </a:r>
            <a:r>
              <a:rPr b="0"/>
              <a:t>像</a:t>
            </a:r>
            <a:r>
              <a:rPr b="0"/>
              <a:t>表、</a:t>
            </a:r>
            <a:r>
              <a:rPr b="0"/>
              <a:t>向</a:t>
            </a:r>
            <a:r>
              <a:rPr b="0"/>
              <a:t>量</a:t>
            </a:r>
            <a:r>
              <a:rPr b="0"/>
              <a:t>库</a:t>
            </a:r>
            <a:r>
              <a:rPr b="0"/>
              <a:t>和</a:t>
            </a:r>
            <a:r>
              <a:rPr b="0"/>
              <a:t>工</a:t>
            </a:r>
            <a:r>
              <a:rPr b="0"/>
              <a:t>具</a:t>
            </a:r>
            <a:r>
              <a:rPr b="0"/>
              <a:t>说</a:t>
            </a:r>
            <a:r>
              <a:rPr b="0"/>
              <a:t>明</a:t>
            </a:r>
            <a:r>
              <a:rPr b="0"/>
              <a:t>拼</a:t>
            </a:r>
            <a:r>
              <a:rPr b="0"/>
              <a:t>成</a:t>
            </a:r>
            <a:r>
              <a:rPr b="0"/>
              <a:t>「记</a:t>
            </a:r>
            <a:r>
              <a:rPr b="0"/>
              <a:t>忆」。</a:t>
            </a:r>
            <a:r>
              <a:rPr b="0"/>
              <a:t>当</a:t>
            </a:r>
            <a:r>
              <a:rPr b="0"/>
              <a:t>多</a:t>
            </a:r>
            <a:r>
              <a:rPr b="0"/>
              <a:t>个</a:t>
            </a:r>
            <a:r>
              <a:rPr b="0"/>
              <a:t> </a:t>
            </a:r>
            <a:r>
              <a:rPr b="0"/>
              <a:t>Agent</a:t>
            </a:r>
            <a:r>
              <a:rPr b="0"/>
              <a:t> </a:t>
            </a:r>
            <a:r>
              <a:rPr b="0"/>
              <a:t>和</a:t>
            </a:r>
            <a:r>
              <a:rPr b="0"/>
              <a:t>团</a:t>
            </a:r>
            <a:r>
              <a:rPr b="0"/>
              <a:t>队</a:t>
            </a:r>
            <a:r>
              <a:rPr b="0"/>
              <a:t>同</a:t>
            </a:r>
            <a:r>
              <a:rPr b="0"/>
              <a:t>时</a:t>
            </a:r>
            <a:r>
              <a:rPr b="0"/>
              <a:t>演</a:t>
            </a:r>
            <a:r>
              <a:rPr b="0"/>
              <a:t>进</a:t>
            </a:r>
            <a:r>
              <a:rPr b="0"/>
              <a:t>时，</a:t>
            </a:r>
            <a:r>
              <a:rPr b="0"/>
              <a:t>会</a:t>
            </a:r>
            <a:r>
              <a:rPr b="0"/>
              <a:t>造</a:t>
            </a:r>
            <a:r>
              <a:rPr b="0"/>
              <a:t>成</a:t>
            </a:r>
            <a:r>
              <a:rPr b="1"/>
              <a:t>资</a:t>
            </a:r>
            <a:r>
              <a:rPr b="1"/>
              <a:t>产</a:t>
            </a:r>
            <a:r>
              <a:rPr b="1"/>
              <a:t>不</a:t>
            </a:r>
            <a:r>
              <a:rPr b="1"/>
              <a:t>可</a:t>
            </a:r>
            <a:r>
              <a:rPr b="1"/>
              <a:t>共</a:t>
            </a:r>
            <a:r>
              <a:rPr b="1"/>
              <a:t>享、</a:t>
            </a:r>
            <a:r>
              <a:rPr b="1"/>
              <a:t>抽</a:t>
            </a:r>
            <a:r>
              <a:rPr b="1"/>
              <a:t>取</a:t>
            </a:r>
            <a:r>
              <a:rPr b="1"/>
              <a:t>与</a:t>
            </a:r>
            <a:r>
              <a:rPr b="1"/>
              <a:t>写</a:t>
            </a:r>
            <a:r>
              <a:rPr b="1"/>
              <a:t>入</a:t>
            </a:r>
            <a:r>
              <a:rPr b="1"/>
              <a:t>耦</a:t>
            </a:r>
            <a:r>
              <a:rPr b="1"/>
              <a:t>合、</a:t>
            </a:r>
            <a:r>
              <a:rPr b="1"/>
              <a:t>检</a:t>
            </a:r>
            <a:r>
              <a:rPr b="1"/>
              <a:t>索</a:t>
            </a:r>
            <a:r>
              <a:rPr b="1"/>
              <a:t>只</a:t>
            </a:r>
            <a:r>
              <a:rPr b="1"/>
              <a:t>优</a:t>
            </a:r>
            <a:r>
              <a:rPr b="1"/>
              <a:t>化</a:t>
            </a:r>
            <a:r>
              <a:rPr b="1"/>
              <a:t>相</a:t>
            </a:r>
            <a:r>
              <a:rPr b="1"/>
              <a:t>关</a:t>
            </a:r>
            <a:r>
              <a:rPr b="1"/>
              <a:t>性、</a:t>
            </a:r>
            <a:r>
              <a:rPr b="1"/>
              <a:t>缺</a:t>
            </a:r>
            <a:r>
              <a:rPr b="1"/>
              <a:t>少</a:t>
            </a:r>
            <a:r>
              <a:rPr b="1"/>
              <a:t>使</a:t>
            </a:r>
            <a:r>
              <a:rPr b="1"/>
              <a:t>用</a:t>
            </a:r>
            <a:r>
              <a:rPr b="1"/>
              <a:t>后</a:t>
            </a:r>
            <a:r>
              <a:rPr b="1"/>
              <a:t>反</a:t>
            </a:r>
            <a:r>
              <a:rPr b="1"/>
              <a:t>馈</a:t>
            </a:r>
            <a:r>
              <a:rPr b="0"/>
              <a:t>等</a:t>
            </a:r>
            <a:r>
              <a:rPr b="0"/>
              <a:t>问</a:t>
            </a:r>
            <a:r>
              <a:rPr b="0"/>
              <a:t>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909E3-0407-4674-A307-FDF57DA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B57"/>
          </a:solidFill>
          <a:ln xmlns:a="http://schemas.openxmlformats.org/drawingml/2006/main" w="0">
            <a:solidFill>
              <a:srgbClr val="188B5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A3637-D9BF-4C8E-853F-D5F95359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8B57"/>
                </a:solidFill>
                <a:latin typeface="Kaiti SC"/>
                <a:ea typeface="Kaiti SC"/>
                <a:cs typeface="Kaiti SC"/>
              </a:defRPr>
            </a:pPr>
            <a:r>
              <a:t>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B9F8A-C5C0-48EF-8614-B8E51E08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44958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ADC0A-D01E-4312-9C68-242D9940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4267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52400" indent="-101600" algn="l">
              <a:spcAft>
                <a:spcPts val="1600"/>
              </a:spcAft>
              <a:buChar char="•"/>
              <a:defRPr sz="1125" b="0">
                <a:solidFill>
                  <a:srgbClr val="303A46"/>
                </a:solidFill>
                <a:latin typeface="Kaiti SC"/>
                <a:ea typeface="Kaiti SC"/>
                <a:cs typeface="Kaiti SC"/>
              </a:defRPr>
            </a:pPr>
            <a:r>
              <a:rPr b="0"/>
              <a:t>数</a:t>
            </a:r>
            <a:r>
              <a:rPr b="0"/>
              <a:t>据</a:t>
            </a:r>
            <a:r>
              <a:rPr b="0"/>
              <a:t>平</a:t>
            </a:r>
            <a:r>
              <a:rPr b="0"/>
              <a:t>面：</a:t>
            </a:r>
            <a:r>
              <a:rPr b="0"/>
              <a:t>负</a:t>
            </a:r>
            <a:r>
              <a:rPr b="0"/>
              <a:t>责</a:t>
            </a:r>
            <a:r>
              <a:rPr b="0"/>
              <a:t>统</a:t>
            </a:r>
            <a:r>
              <a:rPr b="0"/>
              <a:t>一</a:t>
            </a:r>
            <a:r>
              <a:rPr b="0"/>
              <a:t>资</a:t>
            </a:r>
            <a:r>
              <a:rPr b="0"/>
              <a:t>产、</a:t>
            </a:r>
            <a:r>
              <a:rPr b="0"/>
              <a:t>异</a:t>
            </a:r>
            <a:r>
              <a:rPr b="0"/>
              <a:t>步</a:t>
            </a:r>
            <a:r>
              <a:rPr b="0"/>
              <a:t>抽</a:t>
            </a:r>
            <a:r>
              <a:rPr b="0"/>
              <a:t>取</a:t>
            </a:r>
            <a:r>
              <a:rPr b="0"/>
              <a:t>和</a:t>
            </a:r>
            <a:r>
              <a:rPr b="0"/>
              <a:t>多</a:t>
            </a:r>
            <a:r>
              <a:rPr b="0"/>
              <a:t>模</a:t>
            </a:r>
            <a:r>
              <a:rPr b="0"/>
              <a:t>式</a:t>
            </a:r>
            <a:r>
              <a:rPr b="0"/>
              <a:t>检</a:t>
            </a:r>
            <a:r>
              <a:rPr b="0"/>
              <a:t>索</a:t>
            </a:r>
          </a:p>
          <a:p xmlns:a="http://schemas.openxmlformats.org/drawingml/2006/main">
            <a:pPr marL="152400" indent="-101600" algn="l">
              <a:spcAft>
                <a:spcPts val="1600"/>
              </a:spcAft>
              <a:buChar char="•"/>
              <a:defRPr sz="1125" b="0">
                <a:solidFill>
                  <a:srgbClr val="303A46"/>
                </a:solidFill>
                <a:latin typeface="Kaiti SC"/>
                <a:ea typeface="Kaiti SC"/>
                <a:cs typeface="Kaiti SC"/>
              </a:defRPr>
            </a:pPr>
            <a:r>
              <a:rPr b="0"/>
              <a:t>控</a:t>
            </a:r>
            <a:r>
              <a:rPr b="0"/>
              <a:t>制</a:t>
            </a:r>
            <a:r>
              <a:rPr b="0"/>
              <a:t>平</a:t>
            </a:r>
            <a:r>
              <a:rPr b="0"/>
              <a:t>面：</a:t>
            </a:r>
            <a:r>
              <a:rPr b="0"/>
              <a:t>负</a:t>
            </a:r>
            <a:r>
              <a:rPr b="0"/>
              <a:t>责</a:t>
            </a:r>
            <a:r>
              <a:rPr b="0"/>
              <a:t>证</a:t>
            </a:r>
            <a:r>
              <a:rPr b="0"/>
              <a:t>据、</a:t>
            </a:r>
            <a:r>
              <a:rPr b="0"/>
              <a:t>准</a:t>
            </a:r>
            <a:r>
              <a:rPr b="0"/>
              <a:t>入、</a:t>
            </a:r>
            <a:r>
              <a:rPr b="0"/>
              <a:t>状</a:t>
            </a:r>
            <a:r>
              <a:rPr b="0"/>
              <a:t>态</a:t>
            </a:r>
            <a:r>
              <a:rPr b="0"/>
              <a:t>演</a:t>
            </a:r>
            <a:r>
              <a:rPr b="0"/>
              <a:t>进、</a:t>
            </a:r>
            <a:r>
              <a:rPr b="0"/>
              <a:t>使</a:t>
            </a:r>
            <a:r>
              <a:rPr b="0"/>
              <a:t>用</a:t>
            </a:r>
            <a:r>
              <a:rPr b="0"/>
              <a:t>审</a:t>
            </a:r>
            <a:r>
              <a:rPr b="0"/>
              <a:t>计</a:t>
            </a:r>
            <a:r>
              <a:rPr b="0"/>
              <a:t>和</a:t>
            </a:r>
            <a:r>
              <a:rPr b="0"/>
              <a:t>评</a:t>
            </a:r>
            <a:r>
              <a:rPr b="0"/>
              <a:t>测。</a:t>
            </a:r>
            <a:r>
              <a:rPr b="0"/>
              <a:t>前</a:t>
            </a:r>
            <a:r>
              <a:rPr b="0"/>
              <a:t>者</a:t>
            </a:r>
            <a:r>
              <a:rPr b="0"/>
              <a:t>让</a:t>
            </a:r>
            <a:r>
              <a:rPr b="0"/>
              <a:t>记</a:t>
            </a:r>
            <a:r>
              <a:rPr b="0"/>
              <a:t>忆</a:t>
            </a:r>
            <a:r>
              <a:rPr b="0"/>
              <a:t>可</a:t>
            </a:r>
            <a:r>
              <a:rPr b="0"/>
              <a:t>以</a:t>
            </a:r>
            <a:r>
              <a:rPr b="0"/>
              <a:t>被</a:t>
            </a:r>
            <a:r>
              <a:rPr b="0"/>
              <a:t>工</a:t>
            </a:r>
            <a:r>
              <a:rPr b="0"/>
              <a:t>程</a:t>
            </a:r>
            <a:r>
              <a:rPr b="0"/>
              <a:t>系</a:t>
            </a:r>
            <a:r>
              <a:rPr b="0"/>
              <a:t>统</a:t>
            </a:r>
            <a:r>
              <a:rPr b="0"/>
              <a:t>稳</a:t>
            </a:r>
            <a:r>
              <a:rPr b="0"/>
              <a:t>定</a:t>
            </a:r>
            <a:r>
              <a:rPr b="0"/>
              <a:t>调</a:t>
            </a:r>
            <a:r>
              <a:rPr b="0"/>
              <a:t>用，</a:t>
            </a:r>
            <a:r>
              <a:rPr b="0"/>
              <a:t>后</a:t>
            </a:r>
            <a:r>
              <a:rPr b="0"/>
              <a:t>者</a:t>
            </a:r>
            <a:r>
              <a:rPr b="0"/>
              <a:t>让</a:t>
            </a:r>
            <a:r>
              <a:rPr b="0"/>
              <a:t>记</a:t>
            </a:r>
            <a:r>
              <a:rPr b="0"/>
              <a:t>忆</a:t>
            </a:r>
            <a:r>
              <a:rPr b="0"/>
              <a:t>成</a:t>
            </a:r>
            <a:r>
              <a:rPr b="0"/>
              <a:t>为</a:t>
            </a:r>
            <a:r>
              <a:rPr b="0"/>
              <a:t>可</a:t>
            </a:r>
            <a:r>
              <a:rPr b="0"/>
              <a:t>验</a:t>
            </a:r>
            <a:r>
              <a:rPr b="0"/>
              <a:t>证</a:t>
            </a:r>
            <a:r>
              <a:rPr b="0"/>
              <a:t>的</a:t>
            </a:r>
            <a:r>
              <a:rPr b="0"/>
              <a:t> </a:t>
            </a:r>
            <a:r>
              <a:rPr b="0"/>
              <a:t>Agent</a:t>
            </a:r>
            <a:r>
              <a:rPr b="0"/>
              <a:t> </a:t>
            </a:r>
            <a:r>
              <a:rPr b="0"/>
              <a:t>能</a:t>
            </a:r>
            <a:r>
              <a:rPr b="0"/>
              <a:t>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C5E1-96B5-4423-82F1-D2F8BADA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181100"/>
            <a:ext cx="1143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33b105da14961"/>
          <a:stretch xmlns:a="http://schemas.openxmlformats.org/drawingml/2006/main"/>
        </p:blipFill>
        <p:spPr>
          <a:xfrm xmlns:a="http://schemas.openxmlformats.org/drawingml/2006/main">
            <a:off x="5505450" y="1219200"/>
            <a:ext cx="6153150" cy="30765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FBAB7-CF3D-443C-950C-0019C546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62450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B7280"/>
                </a:solidFill>
                <a:latin typeface="Kaiti SC"/>
                <a:ea typeface="Kaiti SC"/>
                <a:cs typeface="Kaiti SC"/>
              </a:defRPr>
            </a:pPr>
            <a:r>
              <a:t>Fig. 1. ArkAI Memory 基础设施服务流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F26C8-619C-4278-844B-94FFC3B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76800"/>
            <a:ext cx="61531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13335">
            <a:solidFill>
              <a:srgbClr val="188B5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D5A00-8C66-4E31-B09B-4E48C12C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340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8B57"/>
                </a:solidFill>
                <a:latin typeface="Kaiti SC"/>
                <a:ea typeface="Kaiti SC"/>
                <a:cs typeface="Kaiti SC"/>
              </a:defRPr>
            </a:pPr>
            <a:r>
              <a:t>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4FF35-8177-4C36-9057-250D17D5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65D"/>
                </a:solidFill>
                <a:latin typeface="Kaiti SC"/>
                <a:ea typeface="Kaiti SC"/>
                <a:cs typeface="Kaiti SC"/>
              </a:defRPr>
            </a:pPr>
            <a:r>
              <a:rPr b="0"/>
              <a:t>把</a:t>
            </a:r>
            <a:r>
              <a:rPr b="0"/>
              <a:t>企</a:t>
            </a:r>
            <a:r>
              <a:rPr b="0"/>
              <a:t>业</a:t>
            </a:r>
            <a:r>
              <a:rPr b="0"/>
              <a:t>记</a:t>
            </a:r>
            <a:r>
              <a:rPr b="0"/>
              <a:t>忆</a:t>
            </a:r>
            <a:r>
              <a:rPr b="0"/>
              <a:t>系</a:t>
            </a:r>
            <a:r>
              <a:rPr b="0"/>
              <a:t>统</a:t>
            </a:r>
            <a:r>
              <a:rPr b="0"/>
              <a:t>从</a:t>
            </a:r>
            <a:r>
              <a:rPr b="0"/>
              <a:t>一</a:t>
            </a:r>
            <a:r>
              <a:rPr b="0"/>
              <a:t>次</a:t>
            </a:r>
            <a:r>
              <a:rPr b="0"/>
              <a:t>性</a:t>
            </a:r>
            <a:r>
              <a:rPr b="0"/>
              <a:t>知</a:t>
            </a:r>
            <a:r>
              <a:rPr b="0"/>
              <a:t>识</a:t>
            </a:r>
            <a:r>
              <a:rPr b="0"/>
              <a:t>库</a:t>
            </a:r>
            <a:r>
              <a:rPr b="0"/>
              <a:t>提</a:t>
            </a:r>
            <a:r>
              <a:rPr b="0"/>
              <a:t>升</a:t>
            </a:r>
            <a:r>
              <a:rPr b="0"/>
              <a:t>为</a:t>
            </a:r>
            <a:r>
              <a:rPr b="1"/>
              <a:t>可</a:t>
            </a:r>
            <a:r>
              <a:rPr b="1"/>
              <a:t>观</a:t>
            </a:r>
            <a:r>
              <a:rPr b="1"/>
              <a:t>测、</a:t>
            </a:r>
            <a:r>
              <a:rPr b="1"/>
              <a:t>可</a:t>
            </a:r>
            <a:r>
              <a:rPr b="1"/>
              <a:t>验</a:t>
            </a:r>
            <a:r>
              <a:rPr b="1"/>
              <a:t>证、</a:t>
            </a:r>
            <a:r>
              <a:rPr b="1"/>
              <a:t>可</a:t>
            </a:r>
            <a:r>
              <a:rPr b="1"/>
              <a:t>演</a:t>
            </a:r>
            <a:r>
              <a:rPr b="1"/>
              <a:t>进</a:t>
            </a:r>
            <a:r>
              <a:rPr b="0"/>
              <a:t>的</a:t>
            </a:r>
            <a:r>
              <a:rPr b="0"/>
              <a:t> </a:t>
            </a:r>
            <a:r>
              <a:rPr b="0"/>
              <a:t>Agent</a:t>
            </a:r>
            <a:r>
              <a:rPr b="0"/>
              <a:t> </a:t>
            </a:r>
            <a:r>
              <a:rPr b="0"/>
              <a:t>基</a:t>
            </a:r>
            <a:r>
              <a:rPr b="0"/>
              <a:t>础</a:t>
            </a:r>
            <a:r>
              <a:rPr b="0"/>
              <a:t>设</a:t>
            </a:r>
            <a:r>
              <a:rPr b="0"/>
              <a:t>施。</a:t>
            </a:r>
          </a:p>
        </p:txBody>
      </p:sp>
    </p:spTree>
    <p:extLst>
      <p:ext uri="{BB962C8B-B14F-4D97-AF65-F5344CB8AC3E}">
        <p14:creationId xmlns:p14="http://schemas.microsoft.com/office/powerpoint/2010/main" val="1839804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2026-09-13T09:04:02.5460000Z</dcterms:created>
  <dcterms:modified xsi:type="dcterms:W3CDTF">2026-09-13T09:04:02.5460000Z</dcterms:modified>
</coreProperties>
</file>